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109728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CARBON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64008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EC4B6"/>
                </a:solidFill>
                <a:latin typeface="Segoe UI"/>
              </a:rPr>
              <a:t>PWA de Notas Colaborativas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789920" cy="45720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1E6EB"/>
                </a:solidFill>
                <a:latin typeface="Segoe UI"/>
              </a:rPr>
              <a:t>Grupo 11 | IIC3585 |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8229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5F7FA"/>
                </a:solidFill>
                <a:latin typeface="Segoe UI"/>
              </a:rPr>
              <a:t>Demo enfocada en los 3 pilares PWA: funcionamiento offline, instalación como app y notificaciones push.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72000"/>
            <a:ext cx="2194560" cy="640080"/>
          </a:xfrm>
          <a:prstGeom prst="round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3"/>
                </a:solidFill>
                <a:latin typeface="Segoe UI Semibold"/>
              </a:rPr>
              <a:t>Offline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572000"/>
            <a:ext cx="2194560" cy="640080"/>
          </a:xfrm>
          <a:prstGeom prst="round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3"/>
                </a:solidFill>
                <a:latin typeface="Segoe UI Semibold"/>
              </a:rPr>
              <a:t>Instalable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4572000"/>
            <a:ext cx="2194560" cy="640080"/>
          </a:xfrm>
          <a:prstGeom prst="round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2933"/>
                </a:solidFill>
                <a:latin typeface="Segoe UI Semibold"/>
              </a:rPr>
              <a:t>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4BCC4"/>
                </a:solidFill>
                <a:latin typeface="Segoe UI"/>
              </a:rPr>
              <a:t>Carbon | Presentacion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933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" cy="777240"/>
          </a:xfrm>
          <a:prstGeom prst="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692640" cy="8229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024"/>
                </a:solidFill>
                <a:latin typeface="Segoe UI Semibold"/>
              </a:rPr>
              <a:t>¿QUÉ VAMOS A MOSTRAR?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44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78440" cy="41605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HOY CUBRIMOS: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[OK] PWA: 3 Pilares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1. Funciona sin internet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2. Instalable como app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3. Notificaciones push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[OK] Demo en vivo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Editar offline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Sincronizar online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Instalar app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[OK] Por qué importa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Sin frameworks complicados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Colaborativo en tiempo real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Rápido y eficiente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4572000" cy="22860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0"/>
                </a:solidFill>
                <a:latin typeface="Segoe UI"/>
              </a:rPr>
              <a:t>Carbon | Grupo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D6770"/>
                </a:solidFill>
                <a:latin typeface="Segoe UI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933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" cy="777240"/>
          </a:xfrm>
          <a:prstGeom prst="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692640" cy="8229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024"/>
                </a:solidFill>
                <a:latin typeface="Segoe UI Semibold"/>
              </a:rPr>
              <a:t>PILAR 1 - OFFLINE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44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78440" cy="41605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OFFLINE: ¿Cómo funciona?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Service Worker + Caché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Guarda assets localmente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IndexedDB (Base de datos local)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Almacena notas sin necesidad de servidor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Sin internet: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[OK] Lees notas guardadas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[OK] Editas notas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[OK] Crías notas nuevas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[OK] Todo se guarda localmente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Con internet: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v Sincroniza automáticamente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4572000" cy="22860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0"/>
                </a:solidFill>
                <a:latin typeface="Segoe UI"/>
              </a:rPr>
              <a:t>Carbon | Grupo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D6770"/>
                </a:solidFill>
                <a:latin typeface="Segoe UI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933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" cy="777240"/>
          </a:xfrm>
          <a:prstGeom prst="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692640" cy="8229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024"/>
                </a:solidFill>
                <a:latin typeface="Segoe UI Semibold"/>
              </a:rPr>
              <a:t>PILAR 2 - INSTALABLE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44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78440" cy="41605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INSTALABLE: App en tu home screen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Manifest.json describe la app: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• Nombre: Carbon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• Ícono: [muestra]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• Display: Fullscreen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Instalación: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Chrome Desktop: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 Menu (menú) -&gt; Instalar aplicación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Móvil: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 Banner automático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Resultado: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• Ícono en home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• Abre fullscreen (sin barra navegación)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• Acceso a notificaciones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4572000" cy="22860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0"/>
                </a:solidFill>
                <a:latin typeface="Segoe UI"/>
              </a:rPr>
              <a:t>Carbon | Grupo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D6770"/>
                </a:solidFill>
                <a:latin typeface="Segoe UI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933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" cy="777240"/>
          </a:xfrm>
          <a:prstGeom prst="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692640" cy="8229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024"/>
                </a:solidFill>
                <a:latin typeface="Segoe UI Semibold"/>
              </a:rPr>
              <a:t>PILAR 3 - PUSH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44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78440" cy="41605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PUSH: Notificaciones en tiempo real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Firebase Cloud Messaging (FCM)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Service Worker en background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Notificación llega aunque app esté cerrada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Usuario ve en su celular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Ejemplo: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Tu compañero edita una nota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-&gt; FCM envía notificación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-&gt; Ves en tu teléfono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-&gt; Abres app -&gt; cambios sincronizados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4572000" cy="22860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0"/>
                </a:solidFill>
                <a:latin typeface="Segoe UI"/>
              </a:rPr>
              <a:t>Carbon | Grupo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D6770"/>
                </a:solidFill>
                <a:latin typeface="Segoe UI Semi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933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" cy="777240"/>
          </a:xfrm>
          <a:prstGeom prst="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692640" cy="8229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024"/>
                </a:solidFill>
                <a:latin typeface="Segoe UI Semibold"/>
              </a:rPr>
              <a:t>ARQUITECTURA (SIMPLIFICADA)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44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78440" cy="41605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┌─────────────────────────────────────┐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│    TypeScript Vanilla (sin React)   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├─────────────────────────────────────┤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│  Service Worker (Offline)           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│  Firebase Messaging (Push)          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│  Automerge (Sincronización)         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│  IndexedDB (Almacenamiento)         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└─────────────────────────────────────┘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      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 Render.com (Cloud)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4572000" cy="22860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0"/>
                </a:solidFill>
                <a:latin typeface="Segoe UI"/>
              </a:rPr>
              <a:t>Carbon | Grupo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D6770"/>
                </a:solidFill>
                <a:latin typeface="Segoe UI Semi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933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" cy="777240"/>
          </a:xfrm>
          <a:prstGeom prst="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692640" cy="8229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024"/>
                </a:solidFill>
                <a:latin typeface="Segoe UI Semibold"/>
              </a:rPr>
              <a:t>REQUISITOS CUMPLIDOS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44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78440" cy="41605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[OK] FUNCIONA OFFLINE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-&gt; Service Worker + Workbox cachean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-&gt; IndexedDB guarda notas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-&gt; Automerge sincroniza al reconectar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[OK] NOTIFICACIONES PUSH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-&gt; Firebase Cloud Messaging (real)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-&gt; Service Worker las recibe en background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-&gt; Muestra aunque app esté cerrada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[OK] INSTALABLE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-&gt; Manifest + metadatos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-&gt; Icono en home screen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-&gt; Pantalla completa sin navegación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[OK] SIN FRAMEWORKS PROHIBIDOS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-&gt; TypeScript vanilla (permitido)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-&gt; Vite (herramienta, permitida)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-&gt; Librerías de utilidad (permitidas)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4572000" cy="22860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0"/>
                </a:solidFill>
                <a:latin typeface="Segoe UI"/>
              </a:rPr>
              <a:t>Carbon | Grupo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D6770"/>
                </a:solidFill>
                <a:latin typeface="Segoe UI Semi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933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" cy="777240"/>
          </a:xfrm>
          <a:prstGeom prst="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692640" cy="8229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024"/>
                </a:solidFill>
                <a:latin typeface="Segoe UI Semibold"/>
              </a:rPr>
              <a:t>BONUS - COLABORATIVO EN TIEMPO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44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78440" cy="41605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EXTRA FEATURE: Automerge CRDT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Problema clásico: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Si 2 usuarios editan offline, ¿qué pasa?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Solución Automerge: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Usa CRDT (Conflict-free Replicated Data Types)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Resultado: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[OK] No hay conflictos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[OK] Cambios se fusionan automáticamente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[OK] Mismo resultado en todos los dispositivos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Ejemplo: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Usuario A offline: agrega párrafo 1 en nota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Usuario B online: agrega párrafo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-&gt; A reconecta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-&gt; Nota tiene AMBOS párrafos sin conflicto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4572000" cy="22860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0"/>
                </a:solidFill>
                <a:latin typeface="Segoe UI"/>
              </a:rPr>
              <a:t>Carbon | Grupo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D6770"/>
                </a:solidFill>
                <a:latin typeface="Segoe UI Semi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933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" cy="777240"/>
          </a:xfrm>
          <a:prstGeom prst="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692640" cy="8229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024"/>
                </a:solidFill>
                <a:latin typeface="Segoe UI Semibold"/>
              </a:rPr>
              <a:t>POR QUÉ NO FRAMEWORKS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44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78440" cy="41605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[NO] FRAMEWORKS PROHIBIDOS: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React/Vue/Svelte = complejidad innecesaria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Bundle size muy grande (1.5MB+)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Dificultades con Service Worker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Overhead para pequeña app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[OK] TYPESCRIPT VANILLA: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Control total del rendering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Service Worker funciona perfecto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Sin dependencias ocultas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Total: 60KB comprimido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RESULTADO: App más rápida, code-split más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4572000" cy="22860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0"/>
                </a:solidFill>
                <a:latin typeface="Segoe UI"/>
              </a:rPr>
              <a:t>Carbon | Grupo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D6770"/>
                </a:solidFill>
                <a:latin typeface="Segoe UI Semi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933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" cy="777240"/>
          </a:xfrm>
          <a:prstGeom prst="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692640" cy="8229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024"/>
                </a:solidFill>
                <a:latin typeface="Segoe UI Semibold"/>
              </a:rPr>
              <a:t>CONCLUSIÓN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44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78440" cy="41605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024"/>
                </a:solidFill>
                <a:latin typeface="Consolas"/>
              </a:rPr>
              <a:t>CARBON DEMUESTRA QUE: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024"/>
                </a:solidFill>
                <a:latin typeface="Consolas"/>
              </a:rPr>
              <a:t>[OK] PWAs son el futuro de web apps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024"/>
                </a:solidFill>
                <a:latin typeface="Consolas"/>
              </a:rPr>
              <a:t>[OK] Funciona offline = revolucionario para conectividad inestable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024"/>
                </a:solidFill>
                <a:latin typeface="Consolas"/>
              </a:rPr>
              <a:t>[OK] Instalable = experiencia como app nativa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024"/>
                </a:solidFill>
                <a:latin typeface="Consolas"/>
              </a:rPr>
              <a:t>[OK] Push en tiempo real = engagement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024"/>
                </a:solidFill>
                <a:latin typeface="Consolas"/>
              </a:rPr>
              <a:t>[OK] Sin frameworks complicados = código limpio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024"/>
                </a:solidFill>
                <a:latin typeface="Consolas"/>
              </a:rPr>
              <a:t>[OK] Colaborativo = usuarios simultáneos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024"/>
                </a:solidFill>
                <a:latin typeface="Consolas"/>
              </a:rPr>
              <a:t>TODO ESTO EN &lt;200KB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4572000" cy="22860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0"/>
                </a:solidFill>
                <a:latin typeface="Segoe UI"/>
              </a:rPr>
              <a:t>Carbon | Grupo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D6770"/>
                </a:solidFill>
                <a:latin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933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" cy="777240"/>
          </a:xfrm>
          <a:prstGeom prst="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692640" cy="8229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024"/>
                </a:solidFill>
                <a:latin typeface="Segoe UI Semibold"/>
              </a:rPr>
              <a:t>DEMO - RECORDATORIO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44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78440" cy="41605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DURANTE DEMO VAMOS A MOSTRAR: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1.  App normal (1 nota, editar, preview)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2.  OFFLINE: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Activar modo offline (DevTools)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Editar nota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Crear nota nueva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TODO funciona sin internet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3.  RECONECTAR: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Desactivar offline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Mostrar sincronización automática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Explicar Automerge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4.  INSTALAR (si da tiempo):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Menú Menu -&gt; Instalar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• Mostrar diálogo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4572000" cy="22860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0"/>
                </a:solidFill>
                <a:latin typeface="Segoe UI"/>
              </a:rPr>
              <a:t>Carbon | Grupo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D6770"/>
                </a:solidFill>
                <a:latin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933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109728" cy="777240"/>
          </a:xfrm>
          <a:prstGeom prst="rect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9692640" cy="8229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024"/>
                </a:solidFill>
                <a:latin typeface="Segoe UI Semibold"/>
              </a:rPr>
              <a:t>PREGUNTAS ESPERADAS + RESPUESTAS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44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78440" cy="41605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P: "¿Qué pasa si hay conflictos en offline?"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R: "Automerge usa CRDTs. Fusiona automáticamente.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No hay conflictos, solo cambios complementarios."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P: "¿Dónde se guardan los datos?"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R: "IndexedDB (local en tu navegador).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También sincroniza a servidor cuando conectas."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P: "¿Cómo llegan las notificaciones?"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R: "Firebase Cloud Messaging. Servidor envía,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Service Worker las muestra en background."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P: "¿Por qué no usaron React?"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R: "No lo necesitábamos. Vanilla TS es más limpio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para PWAs. React añadiría 1.5MB sin beneficio."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P: "¿Cuántas líneas de código PWA?"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R: "~135 líneas de configuración PWA.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024"/>
                </a:solidFill>
                <a:latin typeface="Consolas"/>
              </a:rPr>
              <a:t>   El resto son funcionalidades de notas."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4572000" cy="22860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0"/>
                </a:solidFill>
                <a:latin typeface="Segoe UI"/>
              </a:rPr>
              <a:t>Carbon | Grupo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63640"/>
            <a:ext cx="54864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D6770"/>
                </a:solidFill>
                <a:latin typeface="Segoe UI Semibold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